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MULTI-SOURCE OPS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throughput drop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our holiday shift?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rate fell noticeably on Company Founding Day. Was it mechanical — or simply staffing?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11887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6204F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417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−36%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38160" y="2514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flow rate on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vs. the weekly average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13816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normal staff scheduled that 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 of sensor data raised the question — this analysis pulls in weather and staffing data to answer it.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sources, one daily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Sensors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· Temp · Flow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(10-min readings, 5 zones)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max temp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precipitation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(requests + fallback)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78240" y="1920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calendar +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shifts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JOIN/GROUP BY)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74520" y="3703320"/>
            <a:ext cx="274320" cy="457200"/>
          </a:xfrm>
          <a:prstGeom prst="downArrow">
            <a:avLst/>
          </a:prstGeom>
          <a:solidFill>
            <a:srgbClr val="9AA5C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3703320"/>
            <a:ext cx="274320" cy="457200"/>
          </a:xfrm>
          <a:prstGeom prst="downArrow">
            <a:avLst/>
          </a:prstGeom>
          <a:solidFill>
            <a:srgbClr val="9AA5C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3703320"/>
            <a:ext cx="274320" cy="457200"/>
          </a:xfrm>
          <a:prstGeom prst="downArrow">
            <a:avLst/>
          </a:prstGeom>
          <a:solidFill>
            <a:srgbClr val="9AA5C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2519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2F4F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25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DataFrame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47823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 date · missing values filled (holiday name, forward-fill)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&amp;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explains the dip —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equipment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merged dataset shows total scheduled staff correlates with daily flow rate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≈ 0.4 direction; the holiday, at half staffing, has both the lowest headcount and the lowest throughput of the week).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6766560" cy="1920240"/>
          </a:xfrm>
          <a:prstGeom prst="roundRect">
            <a:avLst>
              <a:gd name="adj" fmla="val 4762"/>
            </a:avLst>
          </a:prstGeom>
          <a:solidFill>
            <a:srgbClr val="1620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279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minimum viable staffing for known holidays before next year's schedule ships, and confirm with a maintenance check that no mechanical issue is masking the staffing effect.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55280" y="118872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16204F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F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18388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staffing vs.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flow 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8388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8388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analyzed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re-check over a full month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4572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83880" y="5212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unified: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weather + HR system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2026-07-13T09:44:38Z</dcterms:created>
  <dcterms:modified xsi:type="dcterms:W3CDTF">2026-07-13T09:44:38Z</dcterms:modified>
</cp:coreProperties>
</file>